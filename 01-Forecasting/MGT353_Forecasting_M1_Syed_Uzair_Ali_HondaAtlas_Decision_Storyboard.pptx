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365D"/>
                </a:solidFill>
              </a:rPr>
              <a:t>What decision are we trying to make?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741"/>
                </a:solidFill>
              </a:rPr>
              <a:t>Product: Honda City 1.2L | Weekly | 12-week synthetic planning horizon | Decision owner: Supply Chain / Operations.
Base expected demand: 848 units.
Firm commitment: 750 units.
Flexible option: 185 units.
Protected planning capacity: 935 units.
Business consequence: secure the base volume without locking the full upside risk into firm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46464"/>
                </a:solidFill>
              </a:rPr>
              <a:t>Synthetic academic analysis — not Honda Atlas internal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Syed Uzair Ali | IBA ERP 24763 | MGT-353 Supply Chain Analytics | Mr. Faisal Jalal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DEMAND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365D"/>
                </a:solidFill>
              </a:rPr>
              <a:t>What is happening in demand?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741"/>
                </a:solidFill>
              </a:rPr>
              <a:t>156-week synthetic history averages 71.7 units/week with CV 14.5%.
The series is level-dominated with mild downward drift, holiday/event peaks, variable promotion uplift and isolated stockout suppression. Promotion weeks average 84.2 units versus 69.4 in non-promotion weeks.
Implication: responsive smoothing is appropriate, with seasonal/event monitoring.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46464"/>
                </a:solidFill>
              </a:rPr>
              <a:t>Synthetic academic analysis — not Honda Atlas internal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Syed Uzair Ali | IBA ERP 24763 | MGT-353 Supply Chain Analytics | Mr. Faisal Jalal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 MODEL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365D"/>
                </a:solidFill>
              </a:rPr>
              <a:t>Which method earned our trust?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741"/>
                </a:solidFill>
              </a:rPr>
              <a:t>All seven models were evaluated on the same unseen final 12 weeks.
SES α=0.6 achieved the lowest MAE (7.4), RMSE (8.4) and WAPE (12.2%). MAPE = 12.6%, close to the best baseline.
Naive was rejected because its Tracking Signal was +11.5; SES α=0.6 has TS -3.0 and therefore needs monitoring for over-forecast drift.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46464"/>
                </a:solidFill>
              </a:rPr>
              <a:t>Synthetic academic analysis — not Honda Atlas internal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Syed Uzair Ali | IBA ERP 24763 | MGT-353 Supply Chain Analytics | Mr. Faisal Jalal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365D"/>
                </a:solidFill>
              </a:rPr>
              <a:t>What appears to move demand?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741"/>
                </a:solidFill>
              </a:rPr>
              <a:t>Training-only regression: Price Index, Promotion Flag, Event Flag and Economic Index.
R² = 0.463; Adjusted R² = 0.448.
Price coefficient = -0.76; Promotion = +13.3; Event = +6.9; Economic Index is not significant (p=0.885).
These are associations, not proof of causation. Dealer bookings, financing approvals, competitor pricing, dealer inventory and availability are possible omitted variables.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46464"/>
                </a:solidFill>
              </a:rPr>
              <a:t>Synthetic academic analysis — not Honda Atlas internal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Syed Uzair Ali | IBA ERP 24763 | MGT-353 Supply Chain Analytics | Mr. Faisal Jalal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365D"/>
                </a:solidFill>
              </a:rPr>
              <a:t>Where could the forecast fail?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741"/>
                </a:solidFill>
              </a:rPr>
              <a:t>Selected model TS = -3.0; negative means over-forecasting under Error = Actual − Forecast.
Largest misses include a stockout week and sudden short-term changes.
Downside -10%: 763 units | Base: 848 | Upside +10%: 933.
A 15% availability loss leaves about 721 serviceable units, a 127-unit gap versus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46464"/>
                </a:solidFill>
              </a:rPr>
              <a:t>Synthetic academic analysis — not Honda Atlas internal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Syed Uzair Ali | IBA ERP 24763 | MGT-353 Supply Chain Analytics | Mr. Faisal Jalal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7365D"/>
                </a:solidFill>
              </a:rPr>
              <a:t>What should management do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3741"/>
                </a:solidFill>
              </a:rPr>
              <a:t>Firm-plan 750 Honda City 1.2L units for the 12-week synthetic scenario and retain 185 units as flexible production/procurement capacity.
Protected planning capacity = 935 units, which covers the +10% upside case of about 933.
Review trigger: reforecast if actual demand differs from plan by &gt;10% for two consecutive weeks or Tracking Signal shows sustained drift.
Key risk: stockouts and abrupt demand changes are not fully predictable from the time-series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46464"/>
                </a:solidFill>
              </a:rPr>
              <a:t>Synthetic academic analysis — not Honda Atlas internal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Syed Uzair Ali | IBA ERP 24763 | MGT-353 Supply Chain Analytics | Mr. Faisal Jalal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